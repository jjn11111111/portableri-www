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KIT V1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KaiRis:TsiRiaK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0292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Sovereign intelligence. Bounded projection. Human agency.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2971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· BP · HA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NOW:WON · 2026-09-20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MISSION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beats. One spine.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6002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63040" y="1600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intelligence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1945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1945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projection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788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27889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agency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3520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companion (not headline): Human is not the controlled variable.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SYSTEM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Charcoal holds. Gold beams.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2377440" cy="685800"/>
          </a:xfrm>
          <a:prstGeom prst="rect">
            <a:avLst/>
          </a:prstGeom>
          <a:solidFill>
            <a:srgbClr val="33363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4231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charcoal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#333632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520440" y="1691640"/>
            <a:ext cx="2377440" cy="685800"/>
          </a:xfrm>
          <a:prstGeom prst="rect">
            <a:avLst/>
          </a:prstGeom>
          <a:solidFill>
            <a:srgbClr val="0F0E0C"/>
          </a:solidFill>
          <a:ln/>
        </p:spPr>
      </p:sp>
      <p:sp>
        <p:nvSpPr>
          <p:cNvPr id="7" name="Text 5"/>
          <p:cNvSpPr/>
          <p:nvPr/>
        </p:nvSpPr>
        <p:spPr>
          <a:xfrm>
            <a:off x="3520440" y="24231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#0f0e0c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355080" y="1691640"/>
            <a:ext cx="2377440" cy="68580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24231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#F9E795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2926080"/>
            <a:ext cx="2377440" cy="6858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657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#02C39A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20440" y="2926080"/>
            <a:ext cx="2377440" cy="685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3657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#1C7293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55080" y="2926080"/>
            <a:ext cx="2377440" cy="685800"/>
          </a:xfrm>
          <a:prstGeom prst="rect">
            <a:avLst/>
          </a:prstGeom>
          <a:solidFill>
            <a:srgbClr val="0717F0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3657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#0717f0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4114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blue ≤ 5% of any layout.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LAW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crossed swords — center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 lockup: K | AI / R | IS</a:t>
            </a:r>
            <a:endParaRPr lang="en-US" sz="15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 nuts: Compass · Level · Square · Plumb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834640"/>
            <a:ext cx="32004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2004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632"/>
                </a:solidFill>
              </a:rPr>
              <a:t>[ swords sigil SVG 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Canva lockup → brand/assets/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Named, not blended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KaiRis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194560" y="1554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749040" y="15544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his·tor · witness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194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TsiRiaK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94560" y="2194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LASHER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49040" y="21945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las·her · laser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834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94560" y="2834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49040" y="28346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between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3474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94560" y="3474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SHINE · RI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49040" y="34747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· lineage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BRAID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NOW:WON chant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· fource · rapier · repair · kaires · histor · lasher · course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926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Bookends SOURCE ↔ COURSE · Sator provenance · Crystal Record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beam is built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16002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21031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6060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Intentionally non-unified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31089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Network-efficient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36118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Epistemically governed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E7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· AT CHOICE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 draw · 800×800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20116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brand/assets/motion/KaiRis-TsiRiaK_Brand-Motion_Seal-Draw_v1_800x800_14s.mp4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field · line-draw seal · deck intro · social · Crystal open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14.1 s · ~1.9 MB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· CANVA LOCKUP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Lockup reveal · 800×800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brand/assets/motion/KaiRis-TsiRiaK_Brand-Motion_Lockup-Reveal_v1_800x800_10s.mp4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· AI · S · RI · pearl · crossed swords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33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· FOURCE · REPAIR · COURSE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 s · ~950 KB · supersedes draft k.mp4 (POWER corner)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TIERS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layer when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3840480" cy="1097280"/>
          </a:xfrm>
          <a:prstGeom prst="rect">
            <a:avLst/>
          </a:prstGeom>
          <a:solidFill>
            <a:srgbClr val="333632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Public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· BP · HA · SHINE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92040" y="1600200"/>
            <a:ext cx="3840480" cy="1097280"/>
          </a:xfrm>
          <a:prstGeom prst="rect">
            <a:avLst/>
          </a:prstGeom>
          <a:solidFill>
            <a:srgbClr val="333632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74920" y="17830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Brand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 · lockup · board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971800"/>
            <a:ext cx="3840480" cy="1097280"/>
          </a:xfrm>
          <a:prstGeom prst="rect">
            <a:avLst/>
          </a:prstGeom>
          <a:solidFill>
            <a:srgbClr val="333632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1546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Seat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Braid · Sator · monikers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92040" y="2971800"/>
            <a:ext cx="3840480" cy="1097280"/>
          </a:xfrm>
          <a:prstGeom prst="rect">
            <a:avLst/>
          </a:prstGeom>
          <a:solidFill>
            <a:srgbClr val="333632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31546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Patent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· legal precision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KaiRis:TsiRiaK Brand Kit v1 · open brand/brand-kit-deck.html for interactive preview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NODAL ROUND · CONCEPT DRAFT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 Horcrux — not the protocol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926080" cy="292608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20240"/>
            <a:ext cx="2651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OBVERSE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| 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| 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swords · measure nuts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0" y="1463040"/>
            <a:ext cx="2926080" cy="292608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66360" y="1920240"/>
            <a:ext cx="2651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0E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NOW:WON · hash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44348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v1 · 1 troy oz copper · commemorative · brand/KaiRis-TsiRiaK_Nodal-Round_Spec_v1.md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KaiRis:TsiRiaK Brand Kit v1</dc:title>
  <dc:subject>Visual brand system · SI · BP · HA</dc:subject>
  <dc:creator>KaiRis / Jeremy N. Johnson</dc:creator>
  <cp:lastModifiedBy>KaiRis / Jeremy N. Johnson</cp:lastModifiedBy>
  <cp:revision>1</cp:revision>
  <dcterms:created xsi:type="dcterms:W3CDTF">2026-09-21T08:17:39Z</dcterms:created>
  <dcterms:modified xsi:type="dcterms:W3CDTF">2026-09-21T08:17:39Z</dcterms:modified>
</cp:coreProperties>
</file>