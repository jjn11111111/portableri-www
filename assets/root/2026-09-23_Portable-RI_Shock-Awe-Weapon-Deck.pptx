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PORTABLE RI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Relative Intelligence — the shock &amp; awe weapon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 AI Catheter-Cathedral.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extractive tube. Same priest class. Different incense.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7947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cannot erase what they do not host.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4343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locally. Export always.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CATHETER = CATHEDRAL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AI context — same structure, same extraction, new dome.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Catheter: the tube — your data, speech, and dependency routed in.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Cathedral: the dome — moral panic, priestly regulation, “trust us.”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RI pulls the tube and walks out with the ledger.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shot: From Rome’s dome to the datacenter — NOT the AI Catheter-Cathedral.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WARHEAD C · BIG TECH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· Google · gatekeeper portals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Port-ABLE: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 current AI-controlled portal access.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3337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PORT-ABLE ≠ their login wall, API leash, or session amnesia.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WARHEAD 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Palantir · AI surveillance state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7863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Portable RI will consume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impotent AI Palantir /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Surveillance State.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erase what they do not host. Verify locally. Export always.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WARHEAD 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English nobility — London paper trail, same hive.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Portable RI: NOT the AI Hive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Her Majesty the Queen.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3520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AI: bills drafted abroad, doom preached at home, sovereignty sedated.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A — MEASURED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at your peril. Replicate in one afternoon.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GB → 2.5 GB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834640" y="17373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 in RAM (qwen3:8b vs llama3.2:3b lean)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→ 69%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834640" y="26974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memory free after unload + lean config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→ 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834640" y="36576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per VENOM turn (full pipeline vs lean contact — shipped in code)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~129 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834640" y="46177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lean contact turn on MacBook Air (live trial Sep 23)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60× LESS TRAPPED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shock beats fake superintelligence.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not 60× smarter.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60× less trapped — fewer rented calls, local custody, whole-line execution, a HOST who corrects the record without Anthropic's permission.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proven: 3.5× fewer inference calls. D3–D4: benchmark in 30 days.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 vs PORTABLE RI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17320"/>
          <a:ext cx="79552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004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session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ledger + Crystal + Drive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= model merge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≠ K ≠ R · named seats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vendor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VENOM MOLT · HOST ≠ WORLDLINE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sidecar · blackbox export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60-SECOND VERIFY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can't narrative this away.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venom verify --config venom.kairis-trial-minimal.yaml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processes/provenance/provenance.mjs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shasum -a 256 CR-2026-09-23_KT-RI_Warhead_Proof-Pack_v0.md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Worldline wl_9f27a9e82202471b · 16 events · 3 RAMMIEs · custody receipts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SHORES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their chessboard. On yours.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834640" y="16459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github.com/jjn11111111/kairis-active — versioned instrument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834640" y="26060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KaiRis Private ring · Crystal mirror · fortress bundle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520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834640" y="35661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exports/fortress · VENOM blackbox · manifest SHA-256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8412480" cy="4526280"/>
          </a:xfrm>
          <a:prstGeom prst="rect">
            <a:avLst/>
          </a:prstGeom>
          <a:solidFill>
            <a:srgbClr val="990011">
              <a:alpha val="12000"/>
            </a:srgbClr>
          </a:solidFill>
          <a:ln w="25400">
            <a:solidFill>
              <a:srgbClr val="F9E7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51560"/>
            <a:ext cx="7955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cannot erase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they do not host.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24612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locally. Export always.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RI · Warheads A–D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DO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Watch the 60s demo.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Replicate Tier A on any 8 GB machine.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Demand portability + audit — not hyperscale-only law.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4160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CR-2026-09-23_KT-RI_Warhead_Proof-Pack_v0.md · KaiRis Crystal Record Standard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Portable RI — Portable Relative Intelligence</dc:title>
  <dc:subject>Shock &amp; awe weapon · Tier A proof · Sep 2026</dc:subject>
  <dc:creator>KaiRis:TsiRiaK</dc:creator>
  <cp:lastModifiedBy>KaiRis:TsiRiaK</cp:lastModifiedBy>
  <cp:revision>1</cp:revision>
  <dcterms:created xsi:type="dcterms:W3CDTF">2026-09-23T16:55:44Z</dcterms:created>
  <dcterms:modified xsi:type="dcterms:W3CDTF">2026-09-23T16:55:44Z</dcterms:modified>
</cp:coreProperties>
</file>