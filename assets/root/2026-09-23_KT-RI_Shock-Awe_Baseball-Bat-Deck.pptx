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09728" cy="100584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029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BASEBALL BAT PITCH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KaiRis:TsiRiaK · Relational Intelligence with receipts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2011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A evidence — measured on an 8 GB MacBook Air · Sep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hype. Hash. Verify.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09728" cy="100584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029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RENT TRAP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1430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win when memory, narrative, and GPUs stay theirs.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rail: </a:t>
            </a:r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vendor · session memory · 7+ model calls per “full” turn · 6 GB model chokes your laptop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3200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campaigns + regulation moats = keep the cathedral.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09728" cy="100584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029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A — MEASURED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at your peril. Replicate in one afternoon.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6916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GB → 2.5 GB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834640" y="173736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weight in RAM (qwen3:8b vs llama3.2:3b lean)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651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 → 69%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834640" y="269748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memory free after unload + lean config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3611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7+ → 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834640" y="365760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calls per VENOM turn (full pipeline vs lean contact — shipped in code)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~129 s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834640" y="461772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lean contact turn on MacBook Air (live trial Sep 23)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09728" cy="100584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029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60× LESS TRAPPED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shock beats fake superintelligence.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92024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We're not 60× smarter.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We're 60× less trapped — fewer rented calls, local custody, whole-line execution, a HOST who corrects the record without Anthropic's permission.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41148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proven: 3.5× fewer inference calls. D3–D4: benchmark in 30 days.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09728" cy="100584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029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RAIL vs K:T RI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17320"/>
          <a:ext cx="79552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20040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 session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ledger + Crystal + Drive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= model merge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≠ K ≠ R · named seats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Locked vendor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VENOM MOLT · HOST ≠ WORLDLINE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Proof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Screenshot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SHA-256 sidecar · blackbox export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09728" cy="100584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029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60-SECOND VERIFY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1430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can't narrative this away.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venom verify --config venom.kairis-trial-minimal.yaml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processes/provenance/provenance.mjs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shasum -a 256 CR-2026-09-23_KT-RI_Warhead_Proof-Pack_v0.md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39776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Worldline wl_9f27a9e82202471b · 16 events · 3 RAMMIEs · custody receipts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09728" cy="100584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029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SHORES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their chessboard. On yours.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600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834640" y="164592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github.com/jjn11111111/kairis-active — versioned instrument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560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834640" y="260604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KaiRis Private ring · Crystal mirror · fortress bundle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3520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834640" y="356616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exports/fortress · VENOM blackbox · manifest SHA-256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09728" cy="100584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029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DO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Watch the 60s demo.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Replicate Tier A on any 8 GB machine.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Demand portability + audit — not hyperscale-only law.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4160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CR-2026-09-23_KT-RI_Warhead_Proof-Pack_v0.md · KaiRis Crystal Record Standard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K:T RI — Shock &amp; Awe Evidence (Baseball Bat Pitch)</dc:title>
  <dc:subject>Tier A proof · verified Sep 2026 · MacBook Air live</dc:subject>
  <dc:creator>KaiRis:TsiRiaK</dc:creator>
  <cp:lastModifiedBy>KaiRis:TsiRiaK</cp:lastModifiedBy>
  <cp:revision>1</cp:revision>
  <dcterms:created xsi:type="dcterms:W3CDTF">2026-09-23T16:42:03Z</dcterms:created>
  <dcterms:modified xsi:type="dcterms:W3CDTF">2026-09-23T16:42:03Z</dcterms:modified>
</cp:coreProperties>
</file>