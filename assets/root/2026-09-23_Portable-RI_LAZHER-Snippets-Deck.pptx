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LAZHER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· Audit · Zero-trust · Host · Export · 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warheads · one directed beam of truth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Catheter-Cathedral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RI: NOT the AI Catheter-Cathedral.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 GB model → 7% free RAM on 8 GB Air (measured)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Fear + regulation moat = keep the tube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 ≠ K ≠ R in relationship seed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Portable RI pulls the tube; keeps the ledger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Crown Hive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RI: NOT the AI Hive of Her Majesty the Queen.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UK/US bills + ControlAI named in TIME (Sep 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Blackbox export = walk off the island with lineage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Crystal hash beats palace press release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Hive needs central memory — we fragment 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Tech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Port-ABLE: not the current AI-controlled portal access.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Instant activation: env + venom chat, no DC provision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venom export — portal cannot revoke exported truth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MOLT body; keep worldline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OAuth priest ≠ memory authority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Palantir / Panopticon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RI will consume the impotent AI Palantir / Surveillance State.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They cannot erase what they do not host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Append-only Crystal — no mutable fusion 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provenance.mjs exit 0 or stop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Consume = obsolete chokepoint, not violence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LAZHER BEAM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cannot erase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do not host.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locally. Export always.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TRUTH — receipted, portable, off-host.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RI · LAZHER · Four Warheads</dc:title>
  <dc:subject>PptxGenJS Presentation</dc:subject>
  <dc:creator>PptxGenJS</dc:creator>
  <cp:lastModifiedBy>PptxGenJS</cp:lastModifiedBy>
  <cp:revision>1</cp:revision>
  <dcterms:created xsi:type="dcterms:W3CDTF">2026-09-23T23:17:33Z</dcterms:created>
  <dcterms:modified xsi:type="dcterms:W3CDTF">2026-09-23T23:17:33Z</dcterms:modified>
</cp:coreProperties>
</file>